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7"/>
  </p:handoutMasterIdLst>
  <p:sldIdLst>
    <p:sldId id="259" r:id="rId2"/>
    <p:sldId id="260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5B5B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1171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69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FF97B-76A1-4BBB-82D5-C0B9B25E8FB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8D5CC-959D-4A4A-9B11-170432066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574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3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2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970" y="0"/>
            <a:ext cx="21497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u="none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</a:t>
            </a:r>
            <a:r>
              <a:rPr lang="en-US" sz="2800" b="1" u="none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 NEST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E0C3E1-79D9-59A3-C83A-15E2707BA9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472" y="498765"/>
            <a:ext cx="214942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63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97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3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1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29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673FDA-37D9-45E7-B8F4-62CD007F2D6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7E0DF1-6D17-4E6C-878F-F3CB14808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9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416590" y="6423026"/>
            <a:ext cx="2057400" cy="365125"/>
          </a:xfrm>
          <a:prstGeom prst="rect">
            <a:avLst/>
          </a:prstGeom>
        </p:spPr>
        <p:txBody>
          <a:bodyPr/>
          <a:lstStyle/>
          <a:p>
            <a:fld id="{7FFA4891-E8D0-4B6E-9834-0EA61EF713DE}" type="datetime1">
              <a:rPr lang="en-US" smtClean="0"/>
              <a:t>10/20/2026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423026"/>
            <a:ext cx="2057400" cy="365125"/>
          </a:xfrm>
          <a:prstGeom prst="rect">
            <a:avLst/>
          </a:prstGeom>
        </p:spPr>
        <p:txBody>
          <a:bodyPr/>
          <a:lstStyle/>
          <a:p>
            <a:fld id="{D409F4F5-DEA6-4CA3-9C5F-27AF86B5E7D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185738" y="6423025"/>
            <a:ext cx="511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09F4F5-DEA6-4CA3-9C5F-27AF86B5E7D2}" type="slidenum">
              <a:rPr lang="en-US" sz="1800" smtClean="0"/>
              <a:pPr/>
              <a:t>‹#›</a:t>
            </a:fld>
            <a:endParaRPr lang="en-US" sz="1800" dirty="0"/>
          </a:p>
        </p:txBody>
      </p:sp>
      <p:pic>
        <p:nvPicPr>
          <p:cNvPr id="2" name="image3.png" title="Image">
            <a:extLst>
              <a:ext uri="{FF2B5EF4-FFF2-40B4-BE49-F238E27FC236}">
                <a16:creationId xmlns:a16="http://schemas.microsoft.com/office/drawing/2014/main" id="{00000000-0008-0000-0800-000009000000}"/>
              </a:ext>
            </a:extLst>
          </p:cNvPr>
          <p:cNvPicPr preferRelativeResize="0"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537" y="6453188"/>
            <a:ext cx="2371725" cy="30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123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1170DDF-99E8-C6DE-D9F9-55BF4061DB27}"/>
              </a:ext>
            </a:extLst>
          </p:cNvPr>
          <p:cNvGrpSpPr/>
          <p:nvPr/>
        </p:nvGrpSpPr>
        <p:grpSpPr>
          <a:xfrm>
            <a:off x="2235749" y="884061"/>
            <a:ext cx="5308267" cy="5197726"/>
            <a:chOff x="2000527" y="173397"/>
            <a:chExt cx="5308267" cy="5197726"/>
          </a:xfrm>
        </p:grpSpPr>
        <p:sp>
          <p:nvSpPr>
            <p:cNvPr id="2" name="Diagonal Stripe 1">
              <a:extLst>
                <a:ext uri="{FF2B5EF4-FFF2-40B4-BE49-F238E27FC236}">
                  <a16:creationId xmlns:a16="http://schemas.microsoft.com/office/drawing/2014/main" id="{D782668B-8260-032C-3B65-557B449CF716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Diagonal Stripe 3">
              <a:extLst>
                <a:ext uri="{FF2B5EF4-FFF2-40B4-BE49-F238E27FC236}">
                  <a16:creationId xmlns:a16="http://schemas.microsoft.com/office/drawing/2014/main" id="{72EBE180-CB81-5F89-FF03-31CB71DA7071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0B5781-5A50-F885-D6A9-AD9236C5E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C00045-8D81-023B-0E94-6AE617B409E3}"/>
              </a:ext>
            </a:extLst>
          </p:cNvPr>
          <p:cNvGrpSpPr/>
          <p:nvPr/>
        </p:nvGrpSpPr>
        <p:grpSpPr>
          <a:xfrm rot="11203668">
            <a:off x="1774208" y="3690092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10" name="Minus Sign 9">
              <a:extLst>
                <a:ext uri="{FF2B5EF4-FFF2-40B4-BE49-F238E27FC236}">
                  <a16:creationId xmlns:a16="http://schemas.microsoft.com/office/drawing/2014/main" id="{BA342530-514B-84C4-901D-7D856BA92A9D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Minus Sign 13">
              <a:extLst>
                <a:ext uri="{FF2B5EF4-FFF2-40B4-BE49-F238E27FC236}">
                  <a16:creationId xmlns:a16="http://schemas.microsoft.com/office/drawing/2014/main" id="{A80D6AE5-B625-4C47-1E59-8C7360EEC2F3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Minus Sign 19">
              <a:extLst>
                <a:ext uri="{FF2B5EF4-FFF2-40B4-BE49-F238E27FC236}">
                  <a16:creationId xmlns:a16="http://schemas.microsoft.com/office/drawing/2014/main" id="{F12F03B4-2101-77DD-18E3-7BA5254DF3B2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7DA9A3-B078-99DB-FE8C-95E578A2DC94}"/>
              </a:ext>
            </a:extLst>
          </p:cNvPr>
          <p:cNvGrpSpPr/>
          <p:nvPr/>
        </p:nvGrpSpPr>
        <p:grpSpPr>
          <a:xfrm rot="10183101" flipH="1">
            <a:off x="5044163" y="3705990"/>
            <a:ext cx="2549243" cy="552677"/>
            <a:chOff x="1899448" y="2049405"/>
            <a:chExt cx="2839113" cy="539719"/>
          </a:xfrm>
        </p:grpSpPr>
        <p:sp>
          <p:nvSpPr>
            <p:cNvPr id="30" name="Minus Sign 29">
              <a:extLst>
                <a:ext uri="{FF2B5EF4-FFF2-40B4-BE49-F238E27FC236}">
                  <a16:creationId xmlns:a16="http://schemas.microsoft.com/office/drawing/2014/main" id="{DE6C37A3-BBDA-CE61-1536-F5AF75951C4E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Minus Sign 30">
              <a:extLst>
                <a:ext uri="{FF2B5EF4-FFF2-40B4-BE49-F238E27FC236}">
                  <a16:creationId xmlns:a16="http://schemas.microsoft.com/office/drawing/2014/main" id="{C19E6B30-BEFA-ED2B-27A9-CDEDD39CA198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Minus Sign 31">
              <a:extLst>
                <a:ext uri="{FF2B5EF4-FFF2-40B4-BE49-F238E27FC236}">
                  <a16:creationId xmlns:a16="http://schemas.microsoft.com/office/drawing/2014/main" id="{0FB00CAD-FDFA-762D-F1DA-761718C3E7E8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F862FE2-57E1-4FCE-486C-47324BA908F2}"/>
              </a:ext>
            </a:extLst>
          </p:cNvPr>
          <p:cNvGrpSpPr/>
          <p:nvPr/>
        </p:nvGrpSpPr>
        <p:grpSpPr>
          <a:xfrm>
            <a:off x="2143283" y="-1903969"/>
            <a:ext cx="5308267" cy="5197726"/>
            <a:chOff x="2000527" y="173397"/>
            <a:chExt cx="5308267" cy="5197726"/>
          </a:xfrm>
        </p:grpSpPr>
        <p:sp>
          <p:nvSpPr>
            <p:cNvPr id="34" name="Diagonal Stripe 33">
              <a:extLst>
                <a:ext uri="{FF2B5EF4-FFF2-40B4-BE49-F238E27FC236}">
                  <a16:creationId xmlns:a16="http://schemas.microsoft.com/office/drawing/2014/main" id="{D86E47DE-7FF3-287E-3AE7-DC5BF377924E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Diagonal Stripe 34">
              <a:extLst>
                <a:ext uri="{FF2B5EF4-FFF2-40B4-BE49-F238E27FC236}">
                  <a16:creationId xmlns:a16="http://schemas.microsoft.com/office/drawing/2014/main" id="{4FBFEC5B-592F-26C7-4653-5BFA262410CE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FEA1127-DE8B-9186-1BD3-03FBCAC9B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A8D8A02-B1E2-8E28-1A15-B0E83FCE4102}"/>
              </a:ext>
            </a:extLst>
          </p:cNvPr>
          <p:cNvGrpSpPr/>
          <p:nvPr/>
        </p:nvGrpSpPr>
        <p:grpSpPr>
          <a:xfrm rot="11203668">
            <a:off x="1659087" y="911869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48" name="Minus Sign 47">
              <a:extLst>
                <a:ext uri="{FF2B5EF4-FFF2-40B4-BE49-F238E27FC236}">
                  <a16:creationId xmlns:a16="http://schemas.microsoft.com/office/drawing/2014/main" id="{D747927C-35C5-E215-F795-CDA490301A7C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Minus Sign 48">
              <a:extLst>
                <a:ext uri="{FF2B5EF4-FFF2-40B4-BE49-F238E27FC236}">
                  <a16:creationId xmlns:a16="http://schemas.microsoft.com/office/drawing/2014/main" id="{5E73FD70-42F7-E7AE-EC48-763244C24057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Minus Sign 49">
              <a:extLst>
                <a:ext uri="{FF2B5EF4-FFF2-40B4-BE49-F238E27FC236}">
                  <a16:creationId xmlns:a16="http://schemas.microsoft.com/office/drawing/2014/main" id="{3DA6DFAF-A0DD-7156-A508-673BAB467E8C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92CD0E2-4CDD-FD0E-9740-C6E58D8D9167}"/>
              </a:ext>
            </a:extLst>
          </p:cNvPr>
          <p:cNvGrpSpPr/>
          <p:nvPr/>
        </p:nvGrpSpPr>
        <p:grpSpPr>
          <a:xfrm rot="10183101" flipH="1">
            <a:off x="4929042" y="927767"/>
            <a:ext cx="2549243" cy="552677"/>
            <a:chOff x="1899448" y="2049405"/>
            <a:chExt cx="2839113" cy="539719"/>
          </a:xfrm>
        </p:grpSpPr>
        <p:sp>
          <p:nvSpPr>
            <p:cNvPr id="52" name="Minus Sign 51">
              <a:extLst>
                <a:ext uri="{FF2B5EF4-FFF2-40B4-BE49-F238E27FC236}">
                  <a16:creationId xmlns:a16="http://schemas.microsoft.com/office/drawing/2014/main" id="{8822280C-4D91-55EB-2B09-1D35D2A7B901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Minus Sign 52">
              <a:extLst>
                <a:ext uri="{FF2B5EF4-FFF2-40B4-BE49-F238E27FC236}">
                  <a16:creationId xmlns:a16="http://schemas.microsoft.com/office/drawing/2014/main" id="{697A17DC-B1FC-E79C-81D1-F778FF6F8ED8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Minus Sign 53">
              <a:extLst>
                <a:ext uri="{FF2B5EF4-FFF2-40B4-BE49-F238E27FC236}">
                  <a16:creationId xmlns:a16="http://schemas.microsoft.com/office/drawing/2014/main" id="{3C6D8B68-DD30-98AE-4E20-02C1D7DE9976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E5BEF1A-BF6B-A751-7136-E6C31D04592B}"/>
              </a:ext>
            </a:extLst>
          </p:cNvPr>
          <p:cNvGrpSpPr/>
          <p:nvPr/>
        </p:nvGrpSpPr>
        <p:grpSpPr>
          <a:xfrm>
            <a:off x="2158276" y="2464170"/>
            <a:ext cx="5308267" cy="5197726"/>
            <a:chOff x="2000527" y="173397"/>
            <a:chExt cx="5308267" cy="5197726"/>
          </a:xfrm>
        </p:grpSpPr>
        <p:sp>
          <p:nvSpPr>
            <p:cNvPr id="56" name="Diagonal Stripe 55">
              <a:extLst>
                <a:ext uri="{FF2B5EF4-FFF2-40B4-BE49-F238E27FC236}">
                  <a16:creationId xmlns:a16="http://schemas.microsoft.com/office/drawing/2014/main" id="{92EB48BD-B6A4-298C-7C9F-296C176094D5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Diagonal Stripe 56">
              <a:extLst>
                <a:ext uri="{FF2B5EF4-FFF2-40B4-BE49-F238E27FC236}">
                  <a16:creationId xmlns:a16="http://schemas.microsoft.com/office/drawing/2014/main" id="{9B5BC661-B3B6-06B2-7470-3FCE9897E7BE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EDE10DE-F032-6FDB-A35B-F3D63E548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7A7C423-8F2C-89F1-A116-41A3536B6DCD}"/>
              </a:ext>
            </a:extLst>
          </p:cNvPr>
          <p:cNvGrpSpPr/>
          <p:nvPr/>
        </p:nvGrpSpPr>
        <p:grpSpPr>
          <a:xfrm rot="11203668">
            <a:off x="1696735" y="5270201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60" name="Minus Sign 59">
              <a:extLst>
                <a:ext uri="{FF2B5EF4-FFF2-40B4-BE49-F238E27FC236}">
                  <a16:creationId xmlns:a16="http://schemas.microsoft.com/office/drawing/2014/main" id="{8E01F92F-9EE3-9E14-B6DE-ABE90E839856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Minus Sign 60">
              <a:extLst>
                <a:ext uri="{FF2B5EF4-FFF2-40B4-BE49-F238E27FC236}">
                  <a16:creationId xmlns:a16="http://schemas.microsoft.com/office/drawing/2014/main" id="{8CE43DBA-937F-12A5-A405-EC763EDE5BE6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Minus Sign 61">
              <a:extLst>
                <a:ext uri="{FF2B5EF4-FFF2-40B4-BE49-F238E27FC236}">
                  <a16:creationId xmlns:a16="http://schemas.microsoft.com/office/drawing/2014/main" id="{7D0E56EC-E20C-4111-43FF-51E83A28ED5F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FFB5438-0FF8-BE8E-BE27-3349B634D64D}"/>
              </a:ext>
            </a:extLst>
          </p:cNvPr>
          <p:cNvGrpSpPr/>
          <p:nvPr/>
        </p:nvGrpSpPr>
        <p:grpSpPr>
          <a:xfrm rot="10183101" flipH="1">
            <a:off x="4966690" y="5286099"/>
            <a:ext cx="2549243" cy="552677"/>
            <a:chOff x="1899448" y="2049405"/>
            <a:chExt cx="2839113" cy="539719"/>
          </a:xfrm>
        </p:grpSpPr>
        <p:sp>
          <p:nvSpPr>
            <p:cNvPr id="64" name="Minus Sign 63">
              <a:extLst>
                <a:ext uri="{FF2B5EF4-FFF2-40B4-BE49-F238E27FC236}">
                  <a16:creationId xmlns:a16="http://schemas.microsoft.com/office/drawing/2014/main" id="{2743B2CD-DA76-3E5D-5BD0-38B8C570F1F2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Minus Sign 64">
              <a:extLst>
                <a:ext uri="{FF2B5EF4-FFF2-40B4-BE49-F238E27FC236}">
                  <a16:creationId xmlns:a16="http://schemas.microsoft.com/office/drawing/2014/main" id="{7D8ADDC8-4E74-4D06-96D0-B0155C833DFD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Minus Sign 65">
              <a:extLst>
                <a:ext uri="{FF2B5EF4-FFF2-40B4-BE49-F238E27FC236}">
                  <a16:creationId xmlns:a16="http://schemas.microsoft.com/office/drawing/2014/main" id="{281C3DE6-C8E3-17A6-013C-434928FCD236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539424E-6933-51CF-A7C5-EDAFBB10FD67}"/>
              </a:ext>
            </a:extLst>
          </p:cNvPr>
          <p:cNvGrpSpPr/>
          <p:nvPr/>
        </p:nvGrpSpPr>
        <p:grpSpPr>
          <a:xfrm>
            <a:off x="2183025" y="-535668"/>
            <a:ext cx="5308267" cy="5197726"/>
            <a:chOff x="2000527" y="173397"/>
            <a:chExt cx="5308267" cy="5197726"/>
          </a:xfrm>
        </p:grpSpPr>
        <p:sp>
          <p:nvSpPr>
            <p:cNvPr id="68" name="Diagonal Stripe 67">
              <a:extLst>
                <a:ext uri="{FF2B5EF4-FFF2-40B4-BE49-F238E27FC236}">
                  <a16:creationId xmlns:a16="http://schemas.microsoft.com/office/drawing/2014/main" id="{C111D838-141C-F69E-E4DD-9C43AA033EB8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Diagonal Stripe 68">
              <a:extLst>
                <a:ext uri="{FF2B5EF4-FFF2-40B4-BE49-F238E27FC236}">
                  <a16:creationId xmlns:a16="http://schemas.microsoft.com/office/drawing/2014/main" id="{8E72268D-C296-1FAC-70C8-6BD3933B0403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7B58CB04-3AC0-DBC5-EE5E-F3D7F3444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FF93F65-3982-CED0-3BE8-DB81B608F7DC}"/>
              </a:ext>
            </a:extLst>
          </p:cNvPr>
          <p:cNvGrpSpPr/>
          <p:nvPr/>
        </p:nvGrpSpPr>
        <p:grpSpPr>
          <a:xfrm rot="11203668">
            <a:off x="1721484" y="2270363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72" name="Minus Sign 71">
              <a:extLst>
                <a:ext uri="{FF2B5EF4-FFF2-40B4-BE49-F238E27FC236}">
                  <a16:creationId xmlns:a16="http://schemas.microsoft.com/office/drawing/2014/main" id="{652720DD-FADF-17F2-8100-9687A86B635E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Minus Sign 72">
              <a:extLst>
                <a:ext uri="{FF2B5EF4-FFF2-40B4-BE49-F238E27FC236}">
                  <a16:creationId xmlns:a16="http://schemas.microsoft.com/office/drawing/2014/main" id="{390757A9-A9B7-296D-2D47-16FC546AD1D0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inus Sign 73">
              <a:extLst>
                <a:ext uri="{FF2B5EF4-FFF2-40B4-BE49-F238E27FC236}">
                  <a16:creationId xmlns:a16="http://schemas.microsoft.com/office/drawing/2014/main" id="{708AEA5D-B980-40AC-A42F-3F451F8FAE56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DEFC289-0464-9FAC-1214-5E37A9460CBA}"/>
              </a:ext>
            </a:extLst>
          </p:cNvPr>
          <p:cNvGrpSpPr/>
          <p:nvPr/>
        </p:nvGrpSpPr>
        <p:grpSpPr>
          <a:xfrm rot="10183101" flipH="1">
            <a:off x="4991439" y="2286261"/>
            <a:ext cx="2549243" cy="552677"/>
            <a:chOff x="1899448" y="2049405"/>
            <a:chExt cx="2839113" cy="539719"/>
          </a:xfrm>
        </p:grpSpPr>
        <p:sp>
          <p:nvSpPr>
            <p:cNvPr id="76" name="Minus Sign 75">
              <a:extLst>
                <a:ext uri="{FF2B5EF4-FFF2-40B4-BE49-F238E27FC236}">
                  <a16:creationId xmlns:a16="http://schemas.microsoft.com/office/drawing/2014/main" id="{61BBD69B-F750-76B5-9E87-9047D41472BF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Minus Sign 76">
              <a:extLst>
                <a:ext uri="{FF2B5EF4-FFF2-40B4-BE49-F238E27FC236}">
                  <a16:creationId xmlns:a16="http://schemas.microsoft.com/office/drawing/2014/main" id="{67EC96D8-3181-9DA3-95F6-4845B397E611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Minus Sign 77">
              <a:extLst>
                <a:ext uri="{FF2B5EF4-FFF2-40B4-BE49-F238E27FC236}">
                  <a16:creationId xmlns:a16="http://schemas.microsoft.com/office/drawing/2014/main" id="{794C8249-23EB-DB3E-52F4-470828F22697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5872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4EACD3-74C2-034D-48BE-6373FA190C02}"/>
              </a:ext>
            </a:extLst>
          </p:cNvPr>
          <p:cNvGrpSpPr/>
          <p:nvPr/>
        </p:nvGrpSpPr>
        <p:grpSpPr>
          <a:xfrm>
            <a:off x="2038979" y="-1859139"/>
            <a:ext cx="5308267" cy="5197726"/>
            <a:chOff x="2000527" y="173397"/>
            <a:chExt cx="5308267" cy="5197726"/>
          </a:xfrm>
        </p:grpSpPr>
        <p:sp>
          <p:nvSpPr>
            <p:cNvPr id="3" name="Diagonal Stripe 2">
              <a:extLst>
                <a:ext uri="{FF2B5EF4-FFF2-40B4-BE49-F238E27FC236}">
                  <a16:creationId xmlns:a16="http://schemas.microsoft.com/office/drawing/2014/main" id="{BEA7C554-3B7F-37F8-0EBF-08F325865DAD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Diagonal Stripe 3">
              <a:extLst>
                <a:ext uri="{FF2B5EF4-FFF2-40B4-BE49-F238E27FC236}">
                  <a16:creationId xmlns:a16="http://schemas.microsoft.com/office/drawing/2014/main" id="{3459FFAB-2CCD-7959-CC01-C2CA0D2B65B3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47B5E9-EA4D-46E6-8368-40B985006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214CDF-D4B9-A68E-773B-D1464DBE52F1}"/>
              </a:ext>
            </a:extLst>
          </p:cNvPr>
          <p:cNvGrpSpPr/>
          <p:nvPr/>
        </p:nvGrpSpPr>
        <p:grpSpPr>
          <a:xfrm rot="11203668">
            <a:off x="1577438" y="946892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7" name="Minus Sign 6">
              <a:extLst>
                <a:ext uri="{FF2B5EF4-FFF2-40B4-BE49-F238E27FC236}">
                  <a16:creationId xmlns:a16="http://schemas.microsoft.com/office/drawing/2014/main" id="{38CB0C53-5ECF-C7DD-CA9B-81593C015546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Minus Sign 7">
              <a:extLst>
                <a:ext uri="{FF2B5EF4-FFF2-40B4-BE49-F238E27FC236}">
                  <a16:creationId xmlns:a16="http://schemas.microsoft.com/office/drawing/2014/main" id="{48F8AEA4-B343-33D1-60BF-E3F7DB8AC8FA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Minus Sign 8">
              <a:extLst>
                <a:ext uri="{FF2B5EF4-FFF2-40B4-BE49-F238E27FC236}">
                  <a16:creationId xmlns:a16="http://schemas.microsoft.com/office/drawing/2014/main" id="{97135963-F978-9E75-6BA5-4437A4AE41C6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CEB618-3FB3-58E3-08D0-A742AF9D320F}"/>
              </a:ext>
            </a:extLst>
          </p:cNvPr>
          <p:cNvGrpSpPr/>
          <p:nvPr/>
        </p:nvGrpSpPr>
        <p:grpSpPr>
          <a:xfrm rot="10183101" flipH="1">
            <a:off x="4847393" y="962790"/>
            <a:ext cx="2549243" cy="552677"/>
            <a:chOff x="1899448" y="2049405"/>
            <a:chExt cx="2839113" cy="539719"/>
          </a:xfrm>
        </p:grpSpPr>
        <p:sp>
          <p:nvSpPr>
            <p:cNvPr id="11" name="Minus Sign 10">
              <a:extLst>
                <a:ext uri="{FF2B5EF4-FFF2-40B4-BE49-F238E27FC236}">
                  <a16:creationId xmlns:a16="http://schemas.microsoft.com/office/drawing/2014/main" id="{A94AA173-CC8A-0866-6BF6-68B024F6F99B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Minus Sign 11">
              <a:extLst>
                <a:ext uri="{FF2B5EF4-FFF2-40B4-BE49-F238E27FC236}">
                  <a16:creationId xmlns:a16="http://schemas.microsoft.com/office/drawing/2014/main" id="{3C78A4A6-F335-DDD8-1F6E-C8B0C26570FE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Minus Sign 12">
              <a:extLst>
                <a:ext uri="{FF2B5EF4-FFF2-40B4-BE49-F238E27FC236}">
                  <a16:creationId xmlns:a16="http://schemas.microsoft.com/office/drawing/2014/main" id="{7B6A5C42-D955-986B-1A76-D3CB3754514A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A593F8-C40F-F671-C116-6245622341F8}"/>
              </a:ext>
            </a:extLst>
          </p:cNvPr>
          <p:cNvGrpSpPr/>
          <p:nvPr/>
        </p:nvGrpSpPr>
        <p:grpSpPr>
          <a:xfrm>
            <a:off x="2053972" y="-284982"/>
            <a:ext cx="5308267" cy="5197726"/>
            <a:chOff x="2000527" y="173397"/>
            <a:chExt cx="5308267" cy="5197726"/>
          </a:xfrm>
        </p:grpSpPr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9FF8B010-31B0-7259-11E7-919E6AD875A4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Diagonal Stripe 15">
              <a:extLst>
                <a:ext uri="{FF2B5EF4-FFF2-40B4-BE49-F238E27FC236}">
                  <a16:creationId xmlns:a16="http://schemas.microsoft.com/office/drawing/2014/main" id="{230480A0-1B13-FE7F-4D9E-EE05E3E47095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FB4AB2A-411B-6EB3-B074-8CA9648BA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2192EB-FCE1-6EBB-FBB0-2DD7E2B7C244}"/>
              </a:ext>
            </a:extLst>
          </p:cNvPr>
          <p:cNvGrpSpPr/>
          <p:nvPr/>
        </p:nvGrpSpPr>
        <p:grpSpPr>
          <a:xfrm rot="11203668">
            <a:off x="1592431" y="2521049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19" name="Minus Sign 18">
              <a:extLst>
                <a:ext uri="{FF2B5EF4-FFF2-40B4-BE49-F238E27FC236}">
                  <a16:creationId xmlns:a16="http://schemas.microsoft.com/office/drawing/2014/main" id="{413CF0CF-8B15-BA69-8B85-485FC70317B2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Minus Sign 19">
              <a:extLst>
                <a:ext uri="{FF2B5EF4-FFF2-40B4-BE49-F238E27FC236}">
                  <a16:creationId xmlns:a16="http://schemas.microsoft.com/office/drawing/2014/main" id="{5803AA3E-A1C0-D43A-EB35-8CCE9B456DAF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Minus Sign 20">
              <a:extLst>
                <a:ext uri="{FF2B5EF4-FFF2-40B4-BE49-F238E27FC236}">
                  <a16:creationId xmlns:a16="http://schemas.microsoft.com/office/drawing/2014/main" id="{5CF0927B-BEF2-13FD-BEF8-CE8C73EAA502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E75AF2-39D7-F1E4-B379-38B7510F1E77}"/>
              </a:ext>
            </a:extLst>
          </p:cNvPr>
          <p:cNvGrpSpPr/>
          <p:nvPr/>
        </p:nvGrpSpPr>
        <p:grpSpPr>
          <a:xfrm rot="10183101" flipH="1">
            <a:off x="4862386" y="2536947"/>
            <a:ext cx="2549243" cy="552677"/>
            <a:chOff x="1899448" y="2049405"/>
            <a:chExt cx="2839113" cy="539719"/>
          </a:xfrm>
        </p:grpSpPr>
        <p:sp>
          <p:nvSpPr>
            <p:cNvPr id="23" name="Minus Sign 22">
              <a:extLst>
                <a:ext uri="{FF2B5EF4-FFF2-40B4-BE49-F238E27FC236}">
                  <a16:creationId xmlns:a16="http://schemas.microsoft.com/office/drawing/2014/main" id="{6E59BFF4-B07D-8EBE-18F5-7BFAE72FF42F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Minus Sign 23">
              <a:extLst>
                <a:ext uri="{FF2B5EF4-FFF2-40B4-BE49-F238E27FC236}">
                  <a16:creationId xmlns:a16="http://schemas.microsoft.com/office/drawing/2014/main" id="{02E46B1F-EE9F-DE60-0F27-F7F683889811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Minus Sign 24">
              <a:extLst>
                <a:ext uri="{FF2B5EF4-FFF2-40B4-BE49-F238E27FC236}">
                  <a16:creationId xmlns:a16="http://schemas.microsoft.com/office/drawing/2014/main" id="{BA49AB41-B602-F05E-9E77-759DA54A9133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EF252E-D2CD-EABC-8B6E-7A874611118E}"/>
              </a:ext>
            </a:extLst>
          </p:cNvPr>
          <p:cNvGrpSpPr/>
          <p:nvPr/>
        </p:nvGrpSpPr>
        <p:grpSpPr>
          <a:xfrm>
            <a:off x="2235749" y="884061"/>
            <a:ext cx="5308267" cy="5197726"/>
            <a:chOff x="2000527" y="173397"/>
            <a:chExt cx="5308267" cy="5197726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71CCB510-03DA-C2AA-6214-5AB4298077D1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8D2F6FA2-89AF-E042-0954-B31D15E4D1AF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FC80803-10EE-FECA-2320-D870B6920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DFF830-777A-2318-A216-4CDB33EBBEE1}"/>
              </a:ext>
            </a:extLst>
          </p:cNvPr>
          <p:cNvGrpSpPr/>
          <p:nvPr/>
        </p:nvGrpSpPr>
        <p:grpSpPr>
          <a:xfrm rot="11203668">
            <a:off x="1774208" y="3690092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31" name="Minus Sign 30">
              <a:extLst>
                <a:ext uri="{FF2B5EF4-FFF2-40B4-BE49-F238E27FC236}">
                  <a16:creationId xmlns:a16="http://schemas.microsoft.com/office/drawing/2014/main" id="{BD61A44F-DA53-1841-63A2-FA23BC9C27CB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Minus Sign 31">
              <a:extLst>
                <a:ext uri="{FF2B5EF4-FFF2-40B4-BE49-F238E27FC236}">
                  <a16:creationId xmlns:a16="http://schemas.microsoft.com/office/drawing/2014/main" id="{A254FDFB-0047-E488-0F8C-07FCD2D241CF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Minus Sign 32">
              <a:extLst>
                <a:ext uri="{FF2B5EF4-FFF2-40B4-BE49-F238E27FC236}">
                  <a16:creationId xmlns:a16="http://schemas.microsoft.com/office/drawing/2014/main" id="{D1F41090-CF7A-9092-7579-0ABFFD442384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AE1F7C0-724C-8807-05DB-988EE36BC54B}"/>
              </a:ext>
            </a:extLst>
          </p:cNvPr>
          <p:cNvGrpSpPr/>
          <p:nvPr/>
        </p:nvGrpSpPr>
        <p:grpSpPr>
          <a:xfrm rot="10183101" flipH="1">
            <a:off x="5044163" y="3705990"/>
            <a:ext cx="2549243" cy="552677"/>
            <a:chOff x="1899448" y="2049405"/>
            <a:chExt cx="2839113" cy="539719"/>
          </a:xfrm>
        </p:grpSpPr>
        <p:sp>
          <p:nvSpPr>
            <p:cNvPr id="35" name="Minus Sign 34">
              <a:extLst>
                <a:ext uri="{FF2B5EF4-FFF2-40B4-BE49-F238E27FC236}">
                  <a16:creationId xmlns:a16="http://schemas.microsoft.com/office/drawing/2014/main" id="{A312DDA6-0647-F848-11C2-F01F492AC8C6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Minus Sign 35">
              <a:extLst>
                <a:ext uri="{FF2B5EF4-FFF2-40B4-BE49-F238E27FC236}">
                  <a16:creationId xmlns:a16="http://schemas.microsoft.com/office/drawing/2014/main" id="{321AD1F1-52FE-8840-5AFB-C7E814F566F9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Minus Sign 36">
              <a:extLst>
                <a:ext uri="{FF2B5EF4-FFF2-40B4-BE49-F238E27FC236}">
                  <a16:creationId xmlns:a16="http://schemas.microsoft.com/office/drawing/2014/main" id="{A132BD7F-D991-1C2B-69CA-CD840609ED20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DB79ED-E80A-8974-02C2-56C47D718ADA}"/>
              </a:ext>
            </a:extLst>
          </p:cNvPr>
          <p:cNvGrpSpPr/>
          <p:nvPr/>
        </p:nvGrpSpPr>
        <p:grpSpPr>
          <a:xfrm>
            <a:off x="2216879" y="2236013"/>
            <a:ext cx="5308267" cy="5197726"/>
            <a:chOff x="2000527" y="173397"/>
            <a:chExt cx="5308267" cy="5197726"/>
          </a:xfrm>
        </p:grpSpPr>
        <p:sp>
          <p:nvSpPr>
            <p:cNvPr id="39" name="Diagonal Stripe 38">
              <a:extLst>
                <a:ext uri="{FF2B5EF4-FFF2-40B4-BE49-F238E27FC236}">
                  <a16:creationId xmlns:a16="http://schemas.microsoft.com/office/drawing/2014/main" id="{36B9B4A0-64B4-586D-1B74-976E1FD87639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Diagonal Stripe 39">
              <a:extLst>
                <a:ext uri="{FF2B5EF4-FFF2-40B4-BE49-F238E27FC236}">
                  <a16:creationId xmlns:a16="http://schemas.microsoft.com/office/drawing/2014/main" id="{27C55732-555C-4CC6-A9E7-D6FC98CCAF61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0E6687F-6F9C-2777-ACEE-2ADCCD96B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B8ED35D-F43C-8E24-1EA8-BF8BFBBDDFA7}"/>
              </a:ext>
            </a:extLst>
          </p:cNvPr>
          <p:cNvGrpSpPr/>
          <p:nvPr/>
        </p:nvGrpSpPr>
        <p:grpSpPr>
          <a:xfrm rot="11203668">
            <a:off x="1755338" y="5042044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43" name="Minus Sign 42">
              <a:extLst>
                <a:ext uri="{FF2B5EF4-FFF2-40B4-BE49-F238E27FC236}">
                  <a16:creationId xmlns:a16="http://schemas.microsoft.com/office/drawing/2014/main" id="{597B093D-C0FC-0B79-148B-4A84EF160BBE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Minus Sign 43">
              <a:extLst>
                <a:ext uri="{FF2B5EF4-FFF2-40B4-BE49-F238E27FC236}">
                  <a16:creationId xmlns:a16="http://schemas.microsoft.com/office/drawing/2014/main" id="{770EA026-EDFB-143D-0CE4-BEB23A833100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Minus Sign 44">
              <a:extLst>
                <a:ext uri="{FF2B5EF4-FFF2-40B4-BE49-F238E27FC236}">
                  <a16:creationId xmlns:a16="http://schemas.microsoft.com/office/drawing/2014/main" id="{23576790-1F93-5226-74B7-EDD92E75DBCD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CFAD09C-DB97-2F8B-A1FB-8D24E093FF1A}"/>
              </a:ext>
            </a:extLst>
          </p:cNvPr>
          <p:cNvGrpSpPr/>
          <p:nvPr/>
        </p:nvGrpSpPr>
        <p:grpSpPr>
          <a:xfrm rot="10183101" flipH="1">
            <a:off x="5025293" y="5057942"/>
            <a:ext cx="2549243" cy="552677"/>
            <a:chOff x="1899448" y="2049405"/>
            <a:chExt cx="2839113" cy="539719"/>
          </a:xfrm>
        </p:grpSpPr>
        <p:sp>
          <p:nvSpPr>
            <p:cNvPr id="47" name="Minus Sign 46">
              <a:extLst>
                <a:ext uri="{FF2B5EF4-FFF2-40B4-BE49-F238E27FC236}">
                  <a16:creationId xmlns:a16="http://schemas.microsoft.com/office/drawing/2014/main" id="{DCBC1B5A-4CC9-EDF3-268C-9C66A25F7F0B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Minus Sign 47">
              <a:extLst>
                <a:ext uri="{FF2B5EF4-FFF2-40B4-BE49-F238E27FC236}">
                  <a16:creationId xmlns:a16="http://schemas.microsoft.com/office/drawing/2014/main" id="{EE5D597E-1296-7802-70ED-8B1B79B00CCA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Minus Sign 48">
              <a:extLst>
                <a:ext uri="{FF2B5EF4-FFF2-40B4-BE49-F238E27FC236}">
                  <a16:creationId xmlns:a16="http://schemas.microsoft.com/office/drawing/2014/main" id="{454DD7C5-281D-F8C5-8232-3410E8CE5332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2806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07BD15-1A52-40DD-AE38-6BE3F36675AF}"/>
              </a:ext>
            </a:extLst>
          </p:cNvPr>
          <p:cNvGrpSpPr/>
          <p:nvPr/>
        </p:nvGrpSpPr>
        <p:grpSpPr>
          <a:xfrm>
            <a:off x="2305728" y="-2251705"/>
            <a:ext cx="5308267" cy="5197726"/>
            <a:chOff x="2000527" y="173397"/>
            <a:chExt cx="5308267" cy="5197726"/>
          </a:xfrm>
        </p:grpSpPr>
        <p:sp>
          <p:nvSpPr>
            <p:cNvPr id="3" name="Diagonal Stripe 2">
              <a:extLst>
                <a:ext uri="{FF2B5EF4-FFF2-40B4-BE49-F238E27FC236}">
                  <a16:creationId xmlns:a16="http://schemas.microsoft.com/office/drawing/2014/main" id="{C022D295-999B-2589-1F99-44D53D8C9B58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Diagonal Stripe 3">
              <a:extLst>
                <a:ext uri="{FF2B5EF4-FFF2-40B4-BE49-F238E27FC236}">
                  <a16:creationId xmlns:a16="http://schemas.microsoft.com/office/drawing/2014/main" id="{2B83E02D-2602-2870-56BB-17255A35F551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3C0F02B-57EA-DA07-4622-188A1F38C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147F22C-9B11-ADEA-49CE-681973E5DCC3}"/>
              </a:ext>
            </a:extLst>
          </p:cNvPr>
          <p:cNvGrpSpPr/>
          <p:nvPr/>
        </p:nvGrpSpPr>
        <p:grpSpPr>
          <a:xfrm rot="11203668">
            <a:off x="1774208" y="3690092"/>
            <a:ext cx="2977323" cy="539719"/>
            <a:chOff x="1899448" y="2049405"/>
            <a:chExt cx="2839113" cy="539719"/>
          </a:xfrm>
          <a:solidFill>
            <a:schemeClr val="bg1"/>
          </a:solidFill>
        </p:grpSpPr>
        <p:sp>
          <p:nvSpPr>
            <p:cNvPr id="7" name="Minus Sign 6">
              <a:extLst>
                <a:ext uri="{FF2B5EF4-FFF2-40B4-BE49-F238E27FC236}">
                  <a16:creationId xmlns:a16="http://schemas.microsoft.com/office/drawing/2014/main" id="{E48DCB40-37CC-3CF4-A28B-56EB7C55319B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Minus Sign 7">
              <a:extLst>
                <a:ext uri="{FF2B5EF4-FFF2-40B4-BE49-F238E27FC236}">
                  <a16:creationId xmlns:a16="http://schemas.microsoft.com/office/drawing/2014/main" id="{F5946DA3-BFAA-7C55-63B1-298CDAA28987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Minus Sign 8">
              <a:extLst>
                <a:ext uri="{FF2B5EF4-FFF2-40B4-BE49-F238E27FC236}">
                  <a16:creationId xmlns:a16="http://schemas.microsoft.com/office/drawing/2014/main" id="{6D806288-DD03-3C9C-A5F8-4A31AF847C1C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1DAE0A-8E7A-C548-0DBB-0CB1B8A3A6EF}"/>
              </a:ext>
            </a:extLst>
          </p:cNvPr>
          <p:cNvGrpSpPr/>
          <p:nvPr/>
        </p:nvGrpSpPr>
        <p:grpSpPr>
          <a:xfrm rot="10183101" flipH="1">
            <a:off x="5044163" y="3705990"/>
            <a:ext cx="2549243" cy="552677"/>
            <a:chOff x="1899448" y="2049405"/>
            <a:chExt cx="2839113" cy="539719"/>
          </a:xfrm>
        </p:grpSpPr>
        <p:sp>
          <p:nvSpPr>
            <p:cNvPr id="11" name="Minus Sign 10">
              <a:extLst>
                <a:ext uri="{FF2B5EF4-FFF2-40B4-BE49-F238E27FC236}">
                  <a16:creationId xmlns:a16="http://schemas.microsoft.com/office/drawing/2014/main" id="{3E02A121-3363-51D9-64F4-F885C8D2ACE5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Minus Sign 11">
              <a:extLst>
                <a:ext uri="{FF2B5EF4-FFF2-40B4-BE49-F238E27FC236}">
                  <a16:creationId xmlns:a16="http://schemas.microsoft.com/office/drawing/2014/main" id="{850C43DC-6699-59AC-5275-0409018E79F8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Minus Sign 12">
              <a:extLst>
                <a:ext uri="{FF2B5EF4-FFF2-40B4-BE49-F238E27FC236}">
                  <a16:creationId xmlns:a16="http://schemas.microsoft.com/office/drawing/2014/main" id="{05512060-4933-E201-0562-8DFACC681607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195F10-C2FA-D93B-3A1A-5C03E501FEC3}"/>
              </a:ext>
            </a:extLst>
          </p:cNvPr>
          <p:cNvGrpSpPr/>
          <p:nvPr/>
        </p:nvGrpSpPr>
        <p:grpSpPr>
          <a:xfrm>
            <a:off x="2388149" y="1036461"/>
            <a:ext cx="5308267" cy="5197726"/>
            <a:chOff x="2000527" y="173397"/>
            <a:chExt cx="5308267" cy="5197726"/>
          </a:xfrm>
        </p:grpSpPr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BCECFE65-BF3D-714A-A633-B6D7053674CF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Diagonal Stripe 15">
              <a:extLst>
                <a:ext uri="{FF2B5EF4-FFF2-40B4-BE49-F238E27FC236}">
                  <a16:creationId xmlns:a16="http://schemas.microsoft.com/office/drawing/2014/main" id="{4B8F5CA7-A86C-41B8-BAB3-E7770044F5CB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7D973EA-FBEC-B540-7EC2-977B88E96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D677FC-149D-4142-D2B5-9A4895058D49}"/>
              </a:ext>
            </a:extLst>
          </p:cNvPr>
          <p:cNvGrpSpPr/>
          <p:nvPr/>
        </p:nvGrpSpPr>
        <p:grpSpPr>
          <a:xfrm rot="11203668">
            <a:off x="1926608" y="3842492"/>
            <a:ext cx="2977323" cy="539719"/>
            <a:chOff x="1899448" y="2049405"/>
            <a:chExt cx="2839113" cy="539719"/>
          </a:xfrm>
          <a:solidFill>
            <a:srgbClr val="FFFF00"/>
          </a:solidFill>
        </p:grpSpPr>
        <p:sp>
          <p:nvSpPr>
            <p:cNvPr id="19" name="Minus Sign 18">
              <a:extLst>
                <a:ext uri="{FF2B5EF4-FFF2-40B4-BE49-F238E27FC236}">
                  <a16:creationId xmlns:a16="http://schemas.microsoft.com/office/drawing/2014/main" id="{EA57F457-97F1-FCA9-6400-0931559946E2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Minus Sign 19">
              <a:extLst>
                <a:ext uri="{FF2B5EF4-FFF2-40B4-BE49-F238E27FC236}">
                  <a16:creationId xmlns:a16="http://schemas.microsoft.com/office/drawing/2014/main" id="{C3F7F9AE-9848-3A75-0797-A177827D88F6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Minus Sign 20">
              <a:extLst>
                <a:ext uri="{FF2B5EF4-FFF2-40B4-BE49-F238E27FC236}">
                  <a16:creationId xmlns:a16="http://schemas.microsoft.com/office/drawing/2014/main" id="{D56AE9D7-A677-C418-4D35-0B123904F257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04EE10-07F2-D0D3-E0D6-1ACA75529D5E}"/>
              </a:ext>
            </a:extLst>
          </p:cNvPr>
          <p:cNvGrpSpPr/>
          <p:nvPr/>
        </p:nvGrpSpPr>
        <p:grpSpPr>
          <a:xfrm rot="10183101" flipH="1">
            <a:off x="5196563" y="3858390"/>
            <a:ext cx="2549243" cy="552677"/>
            <a:chOff x="1899448" y="2049405"/>
            <a:chExt cx="2839113" cy="539719"/>
          </a:xfrm>
          <a:solidFill>
            <a:srgbClr val="FFFF00"/>
          </a:solidFill>
        </p:grpSpPr>
        <p:sp>
          <p:nvSpPr>
            <p:cNvPr id="23" name="Minus Sign 22">
              <a:extLst>
                <a:ext uri="{FF2B5EF4-FFF2-40B4-BE49-F238E27FC236}">
                  <a16:creationId xmlns:a16="http://schemas.microsoft.com/office/drawing/2014/main" id="{76179E57-95A9-74BD-1DDC-0A7BB3691EA4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Minus Sign 23">
              <a:extLst>
                <a:ext uri="{FF2B5EF4-FFF2-40B4-BE49-F238E27FC236}">
                  <a16:creationId xmlns:a16="http://schemas.microsoft.com/office/drawing/2014/main" id="{D1717E98-E0D7-3574-BE40-C82094BF520B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Minus Sign 24">
              <a:extLst>
                <a:ext uri="{FF2B5EF4-FFF2-40B4-BE49-F238E27FC236}">
                  <a16:creationId xmlns:a16="http://schemas.microsoft.com/office/drawing/2014/main" id="{A8EE37ED-EBBA-CCF3-0B20-4A79E9B0F17D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0824B1-1E86-601E-B4B0-182CC5933184}"/>
              </a:ext>
            </a:extLst>
          </p:cNvPr>
          <p:cNvGrpSpPr/>
          <p:nvPr/>
        </p:nvGrpSpPr>
        <p:grpSpPr>
          <a:xfrm>
            <a:off x="2391708" y="-269602"/>
            <a:ext cx="5308267" cy="5197726"/>
            <a:chOff x="2000527" y="173397"/>
            <a:chExt cx="5308267" cy="5197726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CC206937-6D1B-ABE8-65E9-746ECA9598B3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25C65633-7EB3-5FBE-668A-F15C831D615F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EEBFC46-04C6-F0A2-ED2E-3553CD5FC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12D97BB-5DBA-2F3C-0579-3730ECB95046}"/>
              </a:ext>
            </a:extLst>
          </p:cNvPr>
          <p:cNvGrpSpPr/>
          <p:nvPr/>
        </p:nvGrpSpPr>
        <p:grpSpPr>
          <a:xfrm>
            <a:off x="2730270" y="2868151"/>
            <a:ext cx="5308267" cy="5197726"/>
            <a:chOff x="2000527" y="173397"/>
            <a:chExt cx="5308267" cy="5197726"/>
          </a:xfrm>
        </p:grpSpPr>
        <p:sp>
          <p:nvSpPr>
            <p:cNvPr id="39" name="Diagonal Stripe 38">
              <a:extLst>
                <a:ext uri="{FF2B5EF4-FFF2-40B4-BE49-F238E27FC236}">
                  <a16:creationId xmlns:a16="http://schemas.microsoft.com/office/drawing/2014/main" id="{54FD8C64-0D8B-365E-C54D-3885E4BB9F1E}"/>
                </a:ext>
              </a:extLst>
            </p:cNvPr>
            <p:cNvSpPr/>
            <p:nvPr/>
          </p:nvSpPr>
          <p:spPr>
            <a:xfrm rot="13560866">
              <a:off x="2055798" y="118126"/>
              <a:ext cx="5197726" cy="5308267"/>
            </a:xfrm>
            <a:prstGeom prst="diagStripe">
              <a:avLst>
                <a:gd name="adj" fmla="val 7354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Diagonal Stripe 39">
              <a:extLst>
                <a:ext uri="{FF2B5EF4-FFF2-40B4-BE49-F238E27FC236}">
                  <a16:creationId xmlns:a16="http://schemas.microsoft.com/office/drawing/2014/main" id="{61C28756-42FE-A9AE-D615-CD2216FD75E6}"/>
                </a:ext>
              </a:extLst>
            </p:cNvPr>
            <p:cNvSpPr/>
            <p:nvPr/>
          </p:nvSpPr>
          <p:spPr>
            <a:xfrm rot="13560866">
              <a:off x="2453193" y="677451"/>
              <a:ext cx="4288795" cy="4380006"/>
            </a:xfrm>
            <a:prstGeom prst="diagStripe">
              <a:avLst>
                <a:gd name="adj" fmla="val 73541"/>
              </a:avLst>
            </a:prstGeom>
            <a:solidFill>
              <a:schemeClr val="tx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4F5AC6E-EC77-6565-7192-0774BF91A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0688" y="2961293"/>
              <a:ext cx="707949" cy="57599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B789C48-D5F9-438A-9949-A377DD00F52C}"/>
              </a:ext>
            </a:extLst>
          </p:cNvPr>
          <p:cNvGrpSpPr/>
          <p:nvPr/>
        </p:nvGrpSpPr>
        <p:grpSpPr>
          <a:xfrm rot="11203668">
            <a:off x="1964646" y="2549175"/>
            <a:ext cx="2977323" cy="539719"/>
            <a:chOff x="1899448" y="2049405"/>
            <a:chExt cx="2839113" cy="539719"/>
          </a:xfrm>
          <a:solidFill>
            <a:srgbClr val="0070C0"/>
          </a:solidFill>
        </p:grpSpPr>
        <p:sp>
          <p:nvSpPr>
            <p:cNvPr id="51" name="Minus Sign 50">
              <a:extLst>
                <a:ext uri="{FF2B5EF4-FFF2-40B4-BE49-F238E27FC236}">
                  <a16:creationId xmlns:a16="http://schemas.microsoft.com/office/drawing/2014/main" id="{740E73DA-C103-76B7-DBD9-B7E85569BC44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Minus Sign 51">
              <a:extLst>
                <a:ext uri="{FF2B5EF4-FFF2-40B4-BE49-F238E27FC236}">
                  <a16:creationId xmlns:a16="http://schemas.microsoft.com/office/drawing/2014/main" id="{C2A390A5-A9F6-922A-54BF-F718DC82A99A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Minus Sign 52">
              <a:extLst>
                <a:ext uri="{FF2B5EF4-FFF2-40B4-BE49-F238E27FC236}">
                  <a16:creationId xmlns:a16="http://schemas.microsoft.com/office/drawing/2014/main" id="{84773132-CE8A-FF2B-0E28-ADB931FA0650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8DBF55D-7C4A-5E8B-337A-4892F1A6CAB9}"/>
              </a:ext>
            </a:extLst>
          </p:cNvPr>
          <p:cNvGrpSpPr/>
          <p:nvPr/>
        </p:nvGrpSpPr>
        <p:grpSpPr>
          <a:xfrm rot="10183101" flipH="1">
            <a:off x="5234601" y="2565073"/>
            <a:ext cx="2549243" cy="552677"/>
            <a:chOff x="1899448" y="2049405"/>
            <a:chExt cx="2839113" cy="539719"/>
          </a:xfrm>
          <a:solidFill>
            <a:srgbClr val="0070C0"/>
          </a:solidFill>
        </p:grpSpPr>
        <p:sp>
          <p:nvSpPr>
            <p:cNvPr id="55" name="Minus Sign 54">
              <a:extLst>
                <a:ext uri="{FF2B5EF4-FFF2-40B4-BE49-F238E27FC236}">
                  <a16:creationId xmlns:a16="http://schemas.microsoft.com/office/drawing/2014/main" id="{C4F9DA94-6713-1DC7-3D8C-DA77700EDE79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Minus Sign 55">
              <a:extLst>
                <a:ext uri="{FF2B5EF4-FFF2-40B4-BE49-F238E27FC236}">
                  <a16:creationId xmlns:a16="http://schemas.microsoft.com/office/drawing/2014/main" id="{A928D5CC-FEF1-48A0-E985-938BAC8804CD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Minus Sign 56">
              <a:extLst>
                <a:ext uri="{FF2B5EF4-FFF2-40B4-BE49-F238E27FC236}">
                  <a16:creationId xmlns:a16="http://schemas.microsoft.com/office/drawing/2014/main" id="{C8EE0682-B571-9177-3656-CED79DFA1F74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3665E5D-E356-EA95-A9D1-4E7827F44BBC}"/>
              </a:ext>
            </a:extLst>
          </p:cNvPr>
          <p:cNvGrpSpPr/>
          <p:nvPr/>
        </p:nvGrpSpPr>
        <p:grpSpPr>
          <a:xfrm rot="11203668">
            <a:off x="1804407" y="557275"/>
            <a:ext cx="2977323" cy="539719"/>
            <a:chOff x="1899448" y="2049405"/>
            <a:chExt cx="2839113" cy="539719"/>
          </a:xfrm>
          <a:solidFill>
            <a:srgbClr val="FF0000"/>
          </a:solidFill>
        </p:grpSpPr>
        <p:sp>
          <p:nvSpPr>
            <p:cNvPr id="59" name="Minus Sign 58">
              <a:extLst>
                <a:ext uri="{FF2B5EF4-FFF2-40B4-BE49-F238E27FC236}">
                  <a16:creationId xmlns:a16="http://schemas.microsoft.com/office/drawing/2014/main" id="{C4204E89-2618-F6B2-995B-A84A58387933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Minus Sign 59">
              <a:extLst>
                <a:ext uri="{FF2B5EF4-FFF2-40B4-BE49-F238E27FC236}">
                  <a16:creationId xmlns:a16="http://schemas.microsoft.com/office/drawing/2014/main" id="{A574B9BA-9C40-FF94-E052-3CF78A008D03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inus Sign 60">
              <a:extLst>
                <a:ext uri="{FF2B5EF4-FFF2-40B4-BE49-F238E27FC236}">
                  <a16:creationId xmlns:a16="http://schemas.microsoft.com/office/drawing/2014/main" id="{1ED46C19-484E-A31E-53FC-FD5E4922B3C9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A5AE029-30FD-21C8-B818-3E91C17BB5C2}"/>
              </a:ext>
            </a:extLst>
          </p:cNvPr>
          <p:cNvGrpSpPr/>
          <p:nvPr/>
        </p:nvGrpSpPr>
        <p:grpSpPr>
          <a:xfrm rot="10183101" flipH="1">
            <a:off x="5074362" y="573173"/>
            <a:ext cx="2549243" cy="552677"/>
            <a:chOff x="1899448" y="2049405"/>
            <a:chExt cx="2839113" cy="539719"/>
          </a:xfrm>
          <a:solidFill>
            <a:srgbClr val="FF0000"/>
          </a:solidFill>
        </p:grpSpPr>
        <p:sp>
          <p:nvSpPr>
            <p:cNvPr id="63" name="Minus Sign 62">
              <a:extLst>
                <a:ext uri="{FF2B5EF4-FFF2-40B4-BE49-F238E27FC236}">
                  <a16:creationId xmlns:a16="http://schemas.microsoft.com/office/drawing/2014/main" id="{3D1A759C-DA59-382E-9D6B-0EBB17F8FCEA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Minus Sign 63">
              <a:extLst>
                <a:ext uri="{FF2B5EF4-FFF2-40B4-BE49-F238E27FC236}">
                  <a16:creationId xmlns:a16="http://schemas.microsoft.com/office/drawing/2014/main" id="{B67D6F46-9E4B-6C07-3210-1DDD4AD13BB2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Minus Sign 64">
              <a:extLst>
                <a:ext uri="{FF2B5EF4-FFF2-40B4-BE49-F238E27FC236}">
                  <a16:creationId xmlns:a16="http://schemas.microsoft.com/office/drawing/2014/main" id="{46B713F5-ADDB-EC38-529A-69A6F12B41ED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824EB83-22EF-0A5F-6DCC-4B48BA69A5B1}"/>
              </a:ext>
            </a:extLst>
          </p:cNvPr>
          <p:cNvGrpSpPr/>
          <p:nvPr/>
        </p:nvGrpSpPr>
        <p:grpSpPr>
          <a:xfrm rot="11203668">
            <a:off x="2363432" y="5712674"/>
            <a:ext cx="2977323" cy="539719"/>
            <a:chOff x="1899448" y="2049405"/>
            <a:chExt cx="2839113" cy="539719"/>
          </a:xfrm>
          <a:solidFill>
            <a:srgbClr val="92D050"/>
          </a:solidFill>
        </p:grpSpPr>
        <p:sp>
          <p:nvSpPr>
            <p:cNvPr id="67" name="Minus Sign 66">
              <a:extLst>
                <a:ext uri="{FF2B5EF4-FFF2-40B4-BE49-F238E27FC236}">
                  <a16:creationId xmlns:a16="http://schemas.microsoft.com/office/drawing/2014/main" id="{1E81678F-20A2-8178-3044-8ED62B03C2F4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Minus Sign 67">
              <a:extLst>
                <a:ext uri="{FF2B5EF4-FFF2-40B4-BE49-F238E27FC236}">
                  <a16:creationId xmlns:a16="http://schemas.microsoft.com/office/drawing/2014/main" id="{97C0EDE5-224C-0D97-6B30-4D156E79CE30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Minus Sign 68">
              <a:extLst>
                <a:ext uri="{FF2B5EF4-FFF2-40B4-BE49-F238E27FC236}">
                  <a16:creationId xmlns:a16="http://schemas.microsoft.com/office/drawing/2014/main" id="{C9A43274-987F-7110-355D-E365D5CD2A11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9F0C07B-5E59-18B2-1CF2-30ED8B23CF44}"/>
              </a:ext>
            </a:extLst>
          </p:cNvPr>
          <p:cNvGrpSpPr/>
          <p:nvPr/>
        </p:nvGrpSpPr>
        <p:grpSpPr>
          <a:xfrm rot="10183101" flipH="1">
            <a:off x="5633387" y="5728572"/>
            <a:ext cx="2549243" cy="552677"/>
            <a:chOff x="1899448" y="2049405"/>
            <a:chExt cx="2839113" cy="539719"/>
          </a:xfrm>
          <a:solidFill>
            <a:srgbClr val="92D050"/>
          </a:solidFill>
        </p:grpSpPr>
        <p:sp>
          <p:nvSpPr>
            <p:cNvPr id="71" name="Minus Sign 70">
              <a:extLst>
                <a:ext uri="{FF2B5EF4-FFF2-40B4-BE49-F238E27FC236}">
                  <a16:creationId xmlns:a16="http://schemas.microsoft.com/office/drawing/2014/main" id="{DABA8A50-D1BB-1960-68BC-5C0534939D7F}"/>
                </a:ext>
              </a:extLst>
            </p:cNvPr>
            <p:cNvSpPr/>
            <p:nvPr/>
          </p:nvSpPr>
          <p:spPr>
            <a:xfrm>
              <a:off x="2049780" y="217829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Minus Sign 71">
              <a:extLst>
                <a:ext uri="{FF2B5EF4-FFF2-40B4-BE49-F238E27FC236}">
                  <a16:creationId xmlns:a16="http://schemas.microsoft.com/office/drawing/2014/main" id="{F4360A94-01F1-E804-2B58-5E6CA1DC1AE8}"/>
                </a:ext>
              </a:extLst>
            </p:cNvPr>
            <p:cNvSpPr/>
            <p:nvPr/>
          </p:nvSpPr>
          <p:spPr>
            <a:xfrm>
              <a:off x="1899448" y="204940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Minus Sign 72">
              <a:extLst>
                <a:ext uri="{FF2B5EF4-FFF2-40B4-BE49-F238E27FC236}">
                  <a16:creationId xmlns:a16="http://schemas.microsoft.com/office/drawing/2014/main" id="{FE374A0A-FC0B-302F-ABED-9C5FCFEB744B}"/>
                </a:ext>
              </a:extLst>
            </p:cNvPr>
            <p:cNvSpPr/>
            <p:nvPr/>
          </p:nvSpPr>
          <p:spPr>
            <a:xfrm>
              <a:off x="2216341" y="2307185"/>
              <a:ext cx="2522220" cy="281939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0944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Diagonal Stripe 58">
            <a:extLst>
              <a:ext uri="{FF2B5EF4-FFF2-40B4-BE49-F238E27FC236}">
                <a16:creationId xmlns:a16="http://schemas.microsoft.com/office/drawing/2014/main" id="{6C87CCE3-5C6A-38FE-F7F6-DA10F6F829FE}"/>
              </a:ext>
            </a:extLst>
          </p:cNvPr>
          <p:cNvSpPr/>
          <p:nvPr/>
        </p:nvSpPr>
        <p:spPr>
          <a:xfrm rot="13560866">
            <a:off x="1142964" y="1274465"/>
            <a:ext cx="6878391" cy="7205350"/>
          </a:xfrm>
          <a:prstGeom prst="diagStripe">
            <a:avLst>
              <a:gd name="adj" fmla="val 735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Diagonal Stripe 44">
            <a:extLst>
              <a:ext uri="{FF2B5EF4-FFF2-40B4-BE49-F238E27FC236}">
                <a16:creationId xmlns:a16="http://schemas.microsoft.com/office/drawing/2014/main" id="{BB77CEB6-295F-83C1-1324-85D16E8297B8}"/>
              </a:ext>
            </a:extLst>
          </p:cNvPr>
          <p:cNvSpPr/>
          <p:nvPr/>
        </p:nvSpPr>
        <p:spPr>
          <a:xfrm rot="13560866">
            <a:off x="1188685" y="-849316"/>
            <a:ext cx="6878391" cy="7205350"/>
          </a:xfrm>
          <a:prstGeom prst="diagStripe">
            <a:avLst>
              <a:gd name="adj" fmla="val 73541"/>
            </a:avLst>
          </a:prstGeom>
          <a:solidFill>
            <a:schemeClr val="tx1"/>
          </a:solidFill>
          <a:ln>
            <a:solidFill>
              <a:schemeClr val="dk1">
                <a:shade val="1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iagonal Stripe 2">
            <a:extLst>
              <a:ext uri="{FF2B5EF4-FFF2-40B4-BE49-F238E27FC236}">
                <a16:creationId xmlns:a16="http://schemas.microsoft.com/office/drawing/2014/main" id="{DE7AAE2A-17C7-29FF-5285-385CDA21D82F}"/>
              </a:ext>
            </a:extLst>
          </p:cNvPr>
          <p:cNvSpPr/>
          <p:nvPr/>
        </p:nvSpPr>
        <p:spPr>
          <a:xfrm rot="13560866">
            <a:off x="1132803" y="-3315416"/>
            <a:ext cx="6878391" cy="7205350"/>
          </a:xfrm>
          <a:prstGeom prst="diagStripe">
            <a:avLst>
              <a:gd name="adj" fmla="val 735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835C484-E46E-BF46-E5DE-CF4F36F1EB74}"/>
              </a:ext>
            </a:extLst>
          </p:cNvPr>
          <p:cNvGrpSpPr/>
          <p:nvPr/>
        </p:nvGrpSpPr>
        <p:grpSpPr>
          <a:xfrm>
            <a:off x="223336" y="431801"/>
            <a:ext cx="8616950" cy="1113182"/>
            <a:chOff x="314777" y="1528178"/>
            <a:chExt cx="8616950" cy="1113182"/>
          </a:xfrm>
          <a:noFill/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AD32969-07C5-B4D9-6150-F4CD814F4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9662" y="1796775"/>
              <a:ext cx="707949" cy="575991"/>
            </a:xfrm>
            <a:prstGeom prst="rect">
              <a:avLst/>
            </a:prstGeom>
            <a:grpFill/>
          </p:spPr>
        </p:pic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C5E5DA1D-7FB8-3681-A626-E94A1ABE1227}"/>
                </a:ext>
              </a:extLst>
            </p:cNvPr>
            <p:cNvSpPr/>
            <p:nvPr/>
          </p:nvSpPr>
          <p:spPr>
            <a:xfrm rot="16200000">
              <a:off x="4166436" y="490431"/>
              <a:ext cx="914400" cy="3188677"/>
            </a:xfrm>
            <a:prstGeom prst="arc">
              <a:avLst>
                <a:gd name="adj1" fmla="val 16200000"/>
                <a:gd name="adj2" fmla="val 16179840"/>
              </a:avLst>
            </a:prstGeom>
            <a:grpFill/>
            <a:ln w="76200">
              <a:gradFill>
                <a:gsLst>
                  <a:gs pos="0">
                    <a:srgbClr val="FF0000"/>
                  </a:gs>
                  <a:gs pos="74000">
                    <a:srgbClr val="FFFF00"/>
                  </a:gs>
                  <a:gs pos="94000">
                    <a:srgbClr val="00B050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56571F99-E45C-14B6-370F-C4C3055019C7}"/>
                </a:ext>
              </a:extLst>
            </p:cNvPr>
            <p:cNvSpPr/>
            <p:nvPr/>
          </p:nvSpPr>
          <p:spPr>
            <a:xfrm rot="10800000" flipV="1">
              <a:off x="1482664" y="1528178"/>
              <a:ext cx="6281944" cy="1113182"/>
            </a:xfrm>
            <a:prstGeom prst="arc">
              <a:avLst>
                <a:gd name="adj1" fmla="val 15545091"/>
                <a:gd name="adj2" fmla="val 15541755"/>
              </a:avLst>
            </a:prstGeom>
            <a:grpFill/>
            <a:ln w="57150">
              <a:gradFill>
                <a:gsLst>
                  <a:gs pos="7000">
                    <a:srgbClr val="FFFF00">
                      <a:lumMod val="72000"/>
                      <a:lumOff val="28000"/>
                    </a:srgbClr>
                  </a:gs>
                  <a:gs pos="70000">
                    <a:srgbClr val="FFFF00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0736EFD-294B-055E-2AE5-B9F2F9C4CC12}"/>
                </a:ext>
              </a:extLst>
            </p:cNvPr>
            <p:cNvCxnSpPr>
              <a:cxnSpLocks/>
              <a:stCxn id="3" idx="3"/>
              <a:endCxn id="14" idx="2"/>
            </p:cNvCxnSpPr>
            <p:nvPr/>
          </p:nvCxnSpPr>
          <p:spPr>
            <a:xfrm>
              <a:off x="314777" y="2065801"/>
              <a:ext cx="2714854" cy="28317"/>
            </a:xfrm>
            <a:prstGeom prst="line">
              <a:avLst/>
            </a:prstGeom>
            <a:grpFill/>
            <a:ln w="57150">
              <a:gradFill>
                <a:gsLst>
                  <a:gs pos="0">
                    <a:srgbClr val="FF0000"/>
                  </a:gs>
                  <a:gs pos="74000">
                    <a:srgbClr val="FFFF00"/>
                  </a:gs>
                  <a:gs pos="94000">
                    <a:srgbClr val="00B050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94C6B6F-5D7B-582B-88E3-BD5080221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1013" y="2019592"/>
              <a:ext cx="2750714" cy="46209"/>
            </a:xfrm>
            <a:prstGeom prst="line">
              <a:avLst/>
            </a:prstGeom>
            <a:grpFill/>
            <a:ln w="57150">
              <a:gradFill>
                <a:gsLst>
                  <a:gs pos="0">
                    <a:srgbClr val="FF0000"/>
                  </a:gs>
                  <a:gs pos="74000">
                    <a:srgbClr val="FFFF00"/>
                  </a:gs>
                  <a:gs pos="94000">
                    <a:srgbClr val="00B050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92C887CD-C1A4-DF92-CA3D-99700B093B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74" y="3118575"/>
            <a:ext cx="707949" cy="575991"/>
          </a:xfrm>
          <a:prstGeom prst="rect">
            <a:avLst/>
          </a:prstGeom>
          <a:noFill/>
        </p:spPr>
      </p:pic>
      <p:sp>
        <p:nvSpPr>
          <p:cNvPr id="40" name="Arc 39">
            <a:extLst>
              <a:ext uri="{FF2B5EF4-FFF2-40B4-BE49-F238E27FC236}">
                <a16:creationId xmlns:a16="http://schemas.microsoft.com/office/drawing/2014/main" id="{0CA1BC26-826E-DBD9-D40B-741DC8CFF94F}"/>
              </a:ext>
            </a:extLst>
          </p:cNvPr>
          <p:cNvSpPr/>
          <p:nvPr/>
        </p:nvSpPr>
        <p:spPr>
          <a:xfrm rot="16200000">
            <a:off x="4087548" y="1812231"/>
            <a:ext cx="914400" cy="3188677"/>
          </a:xfrm>
          <a:prstGeom prst="arc">
            <a:avLst>
              <a:gd name="adj1" fmla="val 16200000"/>
              <a:gd name="adj2" fmla="val 16179840"/>
            </a:avLst>
          </a:prstGeom>
          <a:noFill/>
          <a:ln w="76200">
            <a:gradFill>
              <a:gsLst>
                <a:gs pos="0">
                  <a:srgbClr val="FF0000"/>
                </a:gs>
                <a:gs pos="44000">
                  <a:schemeClr val="accent6"/>
                </a:gs>
                <a:gs pos="87000">
                  <a:srgbClr val="0070C0"/>
                </a:gs>
                <a:gs pos="100000">
                  <a:srgbClr val="FFFF0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6CEB9FF-E196-4103-8429-F6CB4F649AB8}"/>
              </a:ext>
            </a:extLst>
          </p:cNvPr>
          <p:cNvSpPr/>
          <p:nvPr/>
        </p:nvSpPr>
        <p:spPr>
          <a:xfrm rot="10800000" flipV="1">
            <a:off x="1403776" y="2849978"/>
            <a:ext cx="6281944" cy="1113182"/>
          </a:xfrm>
          <a:prstGeom prst="arc">
            <a:avLst>
              <a:gd name="adj1" fmla="val 15545091"/>
              <a:gd name="adj2" fmla="val 15541755"/>
            </a:avLst>
          </a:prstGeom>
          <a:noFill/>
          <a:ln w="57150">
            <a:gradFill>
              <a:gsLst>
                <a:gs pos="0">
                  <a:srgbClr val="FF0000"/>
                </a:gs>
                <a:gs pos="39000">
                  <a:srgbClr val="FFFF00"/>
                </a:gs>
                <a:gs pos="68000">
                  <a:srgbClr val="00B050"/>
                </a:gs>
                <a:gs pos="100000">
                  <a:srgbClr val="00B0F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432BF76-A3E1-5035-95DB-4A89CAC14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823" y="5263786"/>
            <a:ext cx="707949" cy="575991"/>
          </a:xfrm>
          <a:prstGeom prst="rect">
            <a:avLst/>
          </a:prstGeom>
          <a:noFill/>
          <a:ln>
            <a:gradFill>
              <a:gsLst>
                <a:gs pos="0">
                  <a:srgbClr val="00B0F0"/>
                </a:gs>
                <a:gs pos="70000">
                  <a:srgbClr val="FFFF00"/>
                </a:gs>
                <a:gs pos="3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sp>
        <p:nvSpPr>
          <p:cNvPr id="49" name="Arc 48">
            <a:extLst>
              <a:ext uri="{FF2B5EF4-FFF2-40B4-BE49-F238E27FC236}">
                <a16:creationId xmlns:a16="http://schemas.microsoft.com/office/drawing/2014/main" id="{68AED2CE-6AE3-DDF5-DF4A-FBFB89688212}"/>
              </a:ext>
            </a:extLst>
          </p:cNvPr>
          <p:cNvSpPr/>
          <p:nvPr/>
        </p:nvSpPr>
        <p:spPr>
          <a:xfrm rot="16200000">
            <a:off x="4176597" y="3957442"/>
            <a:ext cx="914400" cy="3188677"/>
          </a:xfrm>
          <a:prstGeom prst="arc">
            <a:avLst>
              <a:gd name="adj1" fmla="val 16200000"/>
              <a:gd name="adj2" fmla="val 16179840"/>
            </a:avLst>
          </a:prstGeom>
          <a:noFill/>
          <a:ln w="76200">
            <a:gradFill>
              <a:gsLst>
                <a:gs pos="0">
                  <a:srgbClr val="FF0000"/>
                </a:gs>
                <a:gs pos="55000">
                  <a:srgbClr val="00B050"/>
                </a:gs>
                <a:gs pos="100000">
                  <a:srgbClr val="0070C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52969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Diagonal Stripe 165">
            <a:extLst>
              <a:ext uri="{FF2B5EF4-FFF2-40B4-BE49-F238E27FC236}">
                <a16:creationId xmlns:a16="http://schemas.microsoft.com/office/drawing/2014/main" id="{6A85C0BE-BAB9-C631-B8FA-EF5D1C01F8C2}"/>
              </a:ext>
            </a:extLst>
          </p:cNvPr>
          <p:cNvSpPr/>
          <p:nvPr/>
        </p:nvSpPr>
        <p:spPr>
          <a:xfrm rot="13560866">
            <a:off x="1476925" y="-309280"/>
            <a:ext cx="6063783" cy="6337641"/>
          </a:xfrm>
          <a:prstGeom prst="diagStripe">
            <a:avLst>
              <a:gd name="adj" fmla="val 735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iagonal Stripe 2">
            <a:extLst>
              <a:ext uri="{FF2B5EF4-FFF2-40B4-BE49-F238E27FC236}">
                <a16:creationId xmlns:a16="http://schemas.microsoft.com/office/drawing/2014/main" id="{5BC48603-BEBA-69CD-C985-7ADFB51DB04A}"/>
              </a:ext>
            </a:extLst>
          </p:cNvPr>
          <p:cNvSpPr/>
          <p:nvPr/>
        </p:nvSpPr>
        <p:spPr>
          <a:xfrm rot="13560866">
            <a:off x="1726515" y="1351532"/>
            <a:ext cx="6063783" cy="6337641"/>
          </a:xfrm>
          <a:prstGeom prst="diagStripe">
            <a:avLst>
              <a:gd name="adj" fmla="val 7354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84C4155-383D-9CAE-30B2-908A9981FD92}"/>
              </a:ext>
            </a:extLst>
          </p:cNvPr>
          <p:cNvGrpSpPr/>
          <p:nvPr/>
        </p:nvGrpSpPr>
        <p:grpSpPr>
          <a:xfrm>
            <a:off x="2316358" y="3055288"/>
            <a:ext cx="4177084" cy="747423"/>
            <a:chOff x="2441049" y="3069203"/>
            <a:chExt cx="4177084" cy="74742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9055C6D-8C0B-E995-78AF-B796496A444D}"/>
                </a:ext>
              </a:extLst>
            </p:cNvPr>
            <p:cNvSpPr/>
            <p:nvPr/>
          </p:nvSpPr>
          <p:spPr>
            <a:xfrm>
              <a:off x="2441049" y="3069203"/>
              <a:ext cx="3967702" cy="747423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0FDFBF-0C4D-9F78-657A-EDABFFC4C932}"/>
                </a:ext>
              </a:extLst>
            </p:cNvPr>
            <p:cNvSpPr txBox="1"/>
            <p:nvPr/>
          </p:nvSpPr>
          <p:spPr>
            <a:xfrm>
              <a:off x="4073715" y="3105834"/>
              <a:ext cx="25444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</a:rPr>
                <a:t>Hyundai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1C99042-F3D4-DEAC-AFD2-7224BA9CC742}"/>
                </a:ext>
              </a:extLst>
            </p:cNvPr>
            <p:cNvSpPr/>
            <p:nvPr/>
          </p:nvSpPr>
          <p:spPr>
            <a:xfrm>
              <a:off x="2759102" y="3273100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0F21454-ABF4-A00E-3D61-90996C2A27A3}"/>
                </a:ext>
              </a:extLst>
            </p:cNvPr>
            <p:cNvSpPr/>
            <p:nvPr/>
          </p:nvSpPr>
          <p:spPr>
            <a:xfrm>
              <a:off x="2855842" y="3363546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A4453D7-6437-CFB8-91F9-3B1DEEBCBFE1}"/>
                </a:ext>
              </a:extLst>
            </p:cNvPr>
            <p:cNvSpPr/>
            <p:nvPr/>
          </p:nvSpPr>
          <p:spPr>
            <a:xfrm>
              <a:off x="2743200" y="3477847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193CC2-07AD-D1CB-6FB5-A92699A8C5CC}"/>
                </a:ext>
              </a:extLst>
            </p:cNvPr>
            <p:cNvSpPr/>
            <p:nvPr/>
          </p:nvSpPr>
          <p:spPr>
            <a:xfrm>
              <a:off x="2991015" y="3273099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AFA74E5-8C0F-F9BF-F210-CEA2C16E52E0}"/>
                </a:ext>
              </a:extLst>
            </p:cNvPr>
            <p:cNvSpPr/>
            <p:nvPr/>
          </p:nvSpPr>
          <p:spPr>
            <a:xfrm>
              <a:off x="2991015" y="3477847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8465F6A-B8E1-F160-9F68-875C5EFECCDD}"/>
                </a:ext>
              </a:extLst>
            </p:cNvPr>
            <p:cNvSpPr/>
            <p:nvPr/>
          </p:nvSpPr>
          <p:spPr>
            <a:xfrm>
              <a:off x="3115587" y="3386407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E48E99F-2C0E-6462-766E-C506E7F74C48}"/>
                </a:ext>
              </a:extLst>
            </p:cNvPr>
            <p:cNvSpPr/>
            <p:nvPr/>
          </p:nvSpPr>
          <p:spPr>
            <a:xfrm>
              <a:off x="3212327" y="3476853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A2DF7DB-3C90-D757-9541-29D187DBD515}"/>
                </a:ext>
              </a:extLst>
            </p:cNvPr>
            <p:cNvSpPr/>
            <p:nvPr/>
          </p:nvSpPr>
          <p:spPr>
            <a:xfrm>
              <a:off x="3099685" y="3591154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7A97C74-F2B6-7D63-5239-9B1E1D49E25D}"/>
                </a:ext>
              </a:extLst>
            </p:cNvPr>
            <p:cNvSpPr/>
            <p:nvPr/>
          </p:nvSpPr>
          <p:spPr>
            <a:xfrm>
              <a:off x="3347500" y="3386406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DF7640E-B754-E840-4370-2046E02CE142}"/>
                </a:ext>
              </a:extLst>
            </p:cNvPr>
            <p:cNvSpPr/>
            <p:nvPr/>
          </p:nvSpPr>
          <p:spPr>
            <a:xfrm>
              <a:off x="3347500" y="3591154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0C52249-2310-96D7-7865-BE0789B58A0C}"/>
                </a:ext>
              </a:extLst>
            </p:cNvPr>
            <p:cNvSpPr/>
            <p:nvPr/>
          </p:nvSpPr>
          <p:spPr>
            <a:xfrm>
              <a:off x="3491946" y="3294965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551DC2A-F6D5-9025-FF3E-8F2DF954958D}"/>
                </a:ext>
              </a:extLst>
            </p:cNvPr>
            <p:cNvSpPr/>
            <p:nvPr/>
          </p:nvSpPr>
          <p:spPr>
            <a:xfrm>
              <a:off x="3588686" y="3385411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4B483E7-9B5E-AAC5-0340-0E236A63ECF3}"/>
                </a:ext>
              </a:extLst>
            </p:cNvPr>
            <p:cNvSpPr/>
            <p:nvPr/>
          </p:nvSpPr>
          <p:spPr>
            <a:xfrm>
              <a:off x="3476044" y="3499712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9BFE9AF-A7EA-2D56-221B-3315DE6F1622}"/>
                </a:ext>
              </a:extLst>
            </p:cNvPr>
            <p:cNvSpPr/>
            <p:nvPr/>
          </p:nvSpPr>
          <p:spPr>
            <a:xfrm>
              <a:off x="3723859" y="3294964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59FC3D2-368A-790D-1B89-FF9910E6644A}"/>
                </a:ext>
              </a:extLst>
            </p:cNvPr>
            <p:cNvSpPr/>
            <p:nvPr/>
          </p:nvSpPr>
          <p:spPr>
            <a:xfrm>
              <a:off x="3723859" y="3499712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4F78EE7-699E-2FAB-4A98-C54B95D80A7C}"/>
                </a:ext>
              </a:extLst>
            </p:cNvPr>
            <p:cNvSpPr/>
            <p:nvPr/>
          </p:nvSpPr>
          <p:spPr>
            <a:xfrm>
              <a:off x="3864333" y="3386407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AC7A612-97D4-F1B0-6F53-7E055365027E}"/>
                </a:ext>
              </a:extLst>
            </p:cNvPr>
            <p:cNvSpPr/>
            <p:nvPr/>
          </p:nvSpPr>
          <p:spPr>
            <a:xfrm>
              <a:off x="3961073" y="3476853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7AE83E5-23ED-AE80-D2C0-39CCEA536027}"/>
                </a:ext>
              </a:extLst>
            </p:cNvPr>
            <p:cNvSpPr/>
            <p:nvPr/>
          </p:nvSpPr>
          <p:spPr>
            <a:xfrm>
              <a:off x="3848431" y="3591154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46D5FD7-0750-2C66-7769-D9E40F66F095}"/>
                </a:ext>
              </a:extLst>
            </p:cNvPr>
            <p:cNvSpPr/>
            <p:nvPr/>
          </p:nvSpPr>
          <p:spPr>
            <a:xfrm>
              <a:off x="4096246" y="3386406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B273917-F79A-9FE6-FA84-645C69B1F4B4}"/>
                </a:ext>
              </a:extLst>
            </p:cNvPr>
            <p:cNvSpPr/>
            <p:nvPr/>
          </p:nvSpPr>
          <p:spPr>
            <a:xfrm>
              <a:off x="4096246" y="3591154"/>
              <a:ext cx="55660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FF730BD-B6E4-BB39-2C14-F35846892381}"/>
                </a:ext>
              </a:extLst>
            </p:cNvPr>
            <p:cNvSpPr/>
            <p:nvPr/>
          </p:nvSpPr>
          <p:spPr>
            <a:xfrm>
              <a:off x="4333460" y="3363546"/>
              <a:ext cx="129868" cy="18188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72EF985-F90B-AC49-4501-8D08451C437B}"/>
              </a:ext>
            </a:extLst>
          </p:cNvPr>
          <p:cNvSpPr/>
          <p:nvPr/>
        </p:nvSpPr>
        <p:spPr>
          <a:xfrm>
            <a:off x="2023217" y="4724653"/>
            <a:ext cx="5959529" cy="747423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02A6194-792F-4156-9D3A-5497F47DFB06}"/>
              </a:ext>
            </a:extLst>
          </p:cNvPr>
          <p:cNvSpPr txBox="1"/>
          <p:nvPr/>
        </p:nvSpPr>
        <p:spPr>
          <a:xfrm>
            <a:off x="3790841" y="4773943"/>
            <a:ext cx="2544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Hyundai 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143377D-81AF-D017-2503-DB8C966EA094}"/>
              </a:ext>
            </a:extLst>
          </p:cNvPr>
          <p:cNvSpPr/>
          <p:nvPr/>
        </p:nvSpPr>
        <p:spPr>
          <a:xfrm>
            <a:off x="2577429" y="4895611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07BD4D8-3E4E-686C-9625-6B4D33093C8F}"/>
              </a:ext>
            </a:extLst>
          </p:cNvPr>
          <p:cNvSpPr/>
          <p:nvPr/>
        </p:nvSpPr>
        <p:spPr>
          <a:xfrm>
            <a:off x="2674169" y="4986057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980A671A-323F-4E8B-0F37-6B495ACA26B2}"/>
              </a:ext>
            </a:extLst>
          </p:cNvPr>
          <p:cNvSpPr/>
          <p:nvPr/>
        </p:nvSpPr>
        <p:spPr>
          <a:xfrm>
            <a:off x="2561527" y="5100358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02CB3B54-4C8B-7E90-4D4A-D50608873057}"/>
              </a:ext>
            </a:extLst>
          </p:cNvPr>
          <p:cNvSpPr/>
          <p:nvPr/>
        </p:nvSpPr>
        <p:spPr>
          <a:xfrm>
            <a:off x="2809342" y="4895610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E70071E4-2000-C15E-BE93-66B7AF88AB82}"/>
              </a:ext>
            </a:extLst>
          </p:cNvPr>
          <p:cNvSpPr/>
          <p:nvPr/>
        </p:nvSpPr>
        <p:spPr>
          <a:xfrm>
            <a:off x="2809342" y="5100358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E8A751F-68C2-4877-3F90-6BD649A757E3}"/>
              </a:ext>
            </a:extLst>
          </p:cNvPr>
          <p:cNvSpPr/>
          <p:nvPr/>
        </p:nvSpPr>
        <p:spPr>
          <a:xfrm>
            <a:off x="2933914" y="5008918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5D25079A-B32B-0D39-F401-295F0FC040DF}"/>
              </a:ext>
            </a:extLst>
          </p:cNvPr>
          <p:cNvSpPr/>
          <p:nvPr/>
        </p:nvSpPr>
        <p:spPr>
          <a:xfrm>
            <a:off x="3030654" y="5099364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49D7DECC-A0BF-5F32-B4BD-F9AB49080F4B}"/>
              </a:ext>
            </a:extLst>
          </p:cNvPr>
          <p:cNvSpPr/>
          <p:nvPr/>
        </p:nvSpPr>
        <p:spPr>
          <a:xfrm>
            <a:off x="2918012" y="5213665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6400EF9B-D05B-0533-1EEA-9B18D214E808}"/>
              </a:ext>
            </a:extLst>
          </p:cNvPr>
          <p:cNvSpPr/>
          <p:nvPr/>
        </p:nvSpPr>
        <p:spPr>
          <a:xfrm>
            <a:off x="3165827" y="5008917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F25CCD9F-6DC3-FC7B-D3EC-044812F17494}"/>
              </a:ext>
            </a:extLst>
          </p:cNvPr>
          <p:cNvSpPr/>
          <p:nvPr/>
        </p:nvSpPr>
        <p:spPr>
          <a:xfrm>
            <a:off x="3165827" y="5213665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3C49E0D0-F13A-A734-8706-24848BA642BF}"/>
              </a:ext>
            </a:extLst>
          </p:cNvPr>
          <p:cNvSpPr/>
          <p:nvPr/>
        </p:nvSpPr>
        <p:spPr>
          <a:xfrm>
            <a:off x="3310273" y="4917476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F5A54AC-0FF2-8C35-469D-3CDAD8564A89}"/>
              </a:ext>
            </a:extLst>
          </p:cNvPr>
          <p:cNvSpPr/>
          <p:nvPr/>
        </p:nvSpPr>
        <p:spPr>
          <a:xfrm>
            <a:off x="3407013" y="5007922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4FDEC267-A7A6-9502-C3FA-14312D5C6383}"/>
              </a:ext>
            </a:extLst>
          </p:cNvPr>
          <p:cNvSpPr/>
          <p:nvPr/>
        </p:nvSpPr>
        <p:spPr>
          <a:xfrm>
            <a:off x="3294371" y="5122223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01CC6B2D-EB07-7FB8-8795-1435D925DB99}"/>
              </a:ext>
            </a:extLst>
          </p:cNvPr>
          <p:cNvSpPr/>
          <p:nvPr/>
        </p:nvSpPr>
        <p:spPr>
          <a:xfrm>
            <a:off x="3542186" y="4917475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D558502F-04DE-CA1F-0150-97F39A9EAE3F}"/>
              </a:ext>
            </a:extLst>
          </p:cNvPr>
          <p:cNvSpPr/>
          <p:nvPr/>
        </p:nvSpPr>
        <p:spPr>
          <a:xfrm>
            <a:off x="3542186" y="5122223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EDD485F-7F3C-311E-77B6-9BBC88597D15}"/>
              </a:ext>
            </a:extLst>
          </p:cNvPr>
          <p:cNvSpPr/>
          <p:nvPr/>
        </p:nvSpPr>
        <p:spPr>
          <a:xfrm>
            <a:off x="3682660" y="5008918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393D1A3C-6E19-0FB9-C982-6210850C6CAD}"/>
              </a:ext>
            </a:extLst>
          </p:cNvPr>
          <p:cNvSpPr/>
          <p:nvPr/>
        </p:nvSpPr>
        <p:spPr>
          <a:xfrm>
            <a:off x="3779400" y="5099364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3CF88470-DF96-A199-4B6C-EBE16771528B}"/>
              </a:ext>
            </a:extLst>
          </p:cNvPr>
          <p:cNvSpPr/>
          <p:nvPr/>
        </p:nvSpPr>
        <p:spPr>
          <a:xfrm>
            <a:off x="3666758" y="5213665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5DBF019-3E30-7664-561E-9F4C0191F347}"/>
              </a:ext>
            </a:extLst>
          </p:cNvPr>
          <p:cNvSpPr/>
          <p:nvPr/>
        </p:nvSpPr>
        <p:spPr>
          <a:xfrm>
            <a:off x="3914573" y="5008917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6347353A-1BA6-0EB5-2E62-C14F3BBCC11B}"/>
              </a:ext>
            </a:extLst>
          </p:cNvPr>
          <p:cNvSpPr/>
          <p:nvPr/>
        </p:nvSpPr>
        <p:spPr>
          <a:xfrm>
            <a:off x="3914573" y="5213665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A02BA51-0112-4CFD-B8BA-DED025321598}"/>
              </a:ext>
            </a:extLst>
          </p:cNvPr>
          <p:cNvSpPr/>
          <p:nvPr/>
        </p:nvSpPr>
        <p:spPr>
          <a:xfrm>
            <a:off x="4093751" y="5018897"/>
            <a:ext cx="129868" cy="18188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C15D9D7E-1783-1878-1921-8835E0BC1E8B}"/>
              </a:ext>
            </a:extLst>
          </p:cNvPr>
          <p:cNvSpPr/>
          <p:nvPr/>
        </p:nvSpPr>
        <p:spPr>
          <a:xfrm>
            <a:off x="6100366" y="4963195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695AE188-45EC-A91D-D28F-CEB6F2873FE8}"/>
              </a:ext>
            </a:extLst>
          </p:cNvPr>
          <p:cNvSpPr/>
          <p:nvPr/>
        </p:nvSpPr>
        <p:spPr>
          <a:xfrm>
            <a:off x="6197106" y="5053641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DA780D97-9D23-B3E8-E4B1-7FD58B207443}"/>
              </a:ext>
            </a:extLst>
          </p:cNvPr>
          <p:cNvSpPr/>
          <p:nvPr/>
        </p:nvSpPr>
        <p:spPr>
          <a:xfrm>
            <a:off x="6084464" y="5167942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BA362672-24CA-80E9-5767-526D36C30580}"/>
              </a:ext>
            </a:extLst>
          </p:cNvPr>
          <p:cNvSpPr/>
          <p:nvPr/>
        </p:nvSpPr>
        <p:spPr>
          <a:xfrm>
            <a:off x="6332279" y="4963194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568513C3-1EAC-C655-BD6B-8643B2E4B9DC}"/>
              </a:ext>
            </a:extLst>
          </p:cNvPr>
          <p:cNvSpPr/>
          <p:nvPr/>
        </p:nvSpPr>
        <p:spPr>
          <a:xfrm>
            <a:off x="6332279" y="5167942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F0F16C89-0CE7-ACC0-1D26-35745EA16051}"/>
              </a:ext>
            </a:extLst>
          </p:cNvPr>
          <p:cNvSpPr/>
          <p:nvPr/>
        </p:nvSpPr>
        <p:spPr>
          <a:xfrm>
            <a:off x="6456851" y="5076502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EDB90D62-780D-2B9D-C9EE-F9957183E79B}"/>
              </a:ext>
            </a:extLst>
          </p:cNvPr>
          <p:cNvSpPr/>
          <p:nvPr/>
        </p:nvSpPr>
        <p:spPr>
          <a:xfrm>
            <a:off x="6553591" y="5166948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C67652F2-8E0B-7236-2DCB-A4CE028F9C8B}"/>
              </a:ext>
            </a:extLst>
          </p:cNvPr>
          <p:cNvSpPr/>
          <p:nvPr/>
        </p:nvSpPr>
        <p:spPr>
          <a:xfrm>
            <a:off x="6440949" y="5281249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2B7E914A-2770-5533-F395-1DB59CF5F28C}"/>
              </a:ext>
            </a:extLst>
          </p:cNvPr>
          <p:cNvSpPr/>
          <p:nvPr/>
        </p:nvSpPr>
        <p:spPr>
          <a:xfrm>
            <a:off x="6688764" y="5076501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9C731774-0A83-2C69-0D77-349949308738}"/>
              </a:ext>
            </a:extLst>
          </p:cNvPr>
          <p:cNvSpPr/>
          <p:nvPr/>
        </p:nvSpPr>
        <p:spPr>
          <a:xfrm>
            <a:off x="6688764" y="5281249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149936BC-C07C-DE6A-EF4C-13AE25916F43}"/>
              </a:ext>
            </a:extLst>
          </p:cNvPr>
          <p:cNvSpPr/>
          <p:nvPr/>
        </p:nvSpPr>
        <p:spPr>
          <a:xfrm>
            <a:off x="6833210" y="4985060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CE8852C-8F30-5CD4-7DF9-9FF09B8DCBFE}"/>
              </a:ext>
            </a:extLst>
          </p:cNvPr>
          <p:cNvSpPr/>
          <p:nvPr/>
        </p:nvSpPr>
        <p:spPr>
          <a:xfrm>
            <a:off x="6929950" y="5075506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13C5A409-EA3D-D93B-4292-6BD90310AD59}"/>
              </a:ext>
            </a:extLst>
          </p:cNvPr>
          <p:cNvSpPr/>
          <p:nvPr/>
        </p:nvSpPr>
        <p:spPr>
          <a:xfrm>
            <a:off x="6817308" y="5189807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C221B21F-F957-9CBC-868C-607A2F8DB54F}"/>
              </a:ext>
            </a:extLst>
          </p:cNvPr>
          <p:cNvSpPr/>
          <p:nvPr/>
        </p:nvSpPr>
        <p:spPr>
          <a:xfrm>
            <a:off x="7065123" y="4985059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ECEC4F13-353F-A65C-5073-F5039B1107A8}"/>
              </a:ext>
            </a:extLst>
          </p:cNvPr>
          <p:cNvSpPr/>
          <p:nvPr/>
        </p:nvSpPr>
        <p:spPr>
          <a:xfrm>
            <a:off x="7065123" y="5189807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74DDDFFB-5000-BB5E-BDEB-26BC6955B877}"/>
              </a:ext>
            </a:extLst>
          </p:cNvPr>
          <p:cNvSpPr/>
          <p:nvPr/>
        </p:nvSpPr>
        <p:spPr>
          <a:xfrm>
            <a:off x="7205597" y="5076502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F5903005-D516-49D5-C848-51918750488E}"/>
              </a:ext>
            </a:extLst>
          </p:cNvPr>
          <p:cNvSpPr/>
          <p:nvPr/>
        </p:nvSpPr>
        <p:spPr>
          <a:xfrm>
            <a:off x="7302337" y="5166948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D3D5860-443D-C460-564F-94AE0F075E20}"/>
              </a:ext>
            </a:extLst>
          </p:cNvPr>
          <p:cNvSpPr/>
          <p:nvPr/>
        </p:nvSpPr>
        <p:spPr>
          <a:xfrm>
            <a:off x="7189695" y="5281249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D12AB78A-4A31-DFF2-E339-BC66AADE7263}"/>
              </a:ext>
            </a:extLst>
          </p:cNvPr>
          <p:cNvSpPr/>
          <p:nvPr/>
        </p:nvSpPr>
        <p:spPr>
          <a:xfrm>
            <a:off x="7437510" y="5076501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95D37DEB-8D09-B256-45AD-89A22BA3379D}"/>
              </a:ext>
            </a:extLst>
          </p:cNvPr>
          <p:cNvSpPr/>
          <p:nvPr/>
        </p:nvSpPr>
        <p:spPr>
          <a:xfrm>
            <a:off x="7437510" y="5281249"/>
            <a:ext cx="55660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9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8647</TotalTime>
  <Words>2</Words>
  <Application>Microsoft Office PowerPoint</Application>
  <PresentationFormat>On-screen Show (4:3)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NSV Trading</dc:creator>
  <cp:lastModifiedBy>velan vasanth</cp:lastModifiedBy>
  <cp:revision>88</cp:revision>
  <dcterms:created xsi:type="dcterms:W3CDTF">2019-02-28T08:52:15Z</dcterms:created>
  <dcterms:modified xsi:type="dcterms:W3CDTF">2026-10-20T10:17:43Z</dcterms:modified>
</cp:coreProperties>
</file>